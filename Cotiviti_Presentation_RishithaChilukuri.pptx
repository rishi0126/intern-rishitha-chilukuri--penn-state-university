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2" d="100"/>
          <a:sy n="112" d="100"/>
        </p:scale>
        <p:origin x="51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991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My name is Rishitha Chilukuri and this is my submission for the Cotiviti intern assessment. I chose Topic 2 — Clinical Decision Making and Pattern Recognition — and built a three-stage pipeline that clusters providers, detects anomalies, and uses an agentic AI layer to explain each flag with a recommended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Cotiviti sits at the center of payment integrity and risk adjustment for health plans. The CMS reports over $100 billion lost to fraud, waste, and abuse annually — and the existing approach of hard-coded rules can only catch what someone explicitly wrote a rule for. That's the gap this project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differentiating angle here is combination. Most applicants will likely pick one technique — a classifier or a chatbot. This project chains three techniques together: clustering defines normal, anomaly detection finds deviation, and the agentic AI layer explains why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trends map directly onto the three stages of the pipeline I built. Each one has academic citations in the written report. The key point to emphasize is that agentic AI is the newest and most differentiating — it's what transforms a suspicious score into an explainable, auditable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opportunities map directly onto Cotiviti's existing product lines — payment integrity, risk adjustment, clinical analytics. The threats are real but manageable: the explainable AI layer addresses the black-box concern, and the human-in-the-loop design in the architecture handles the regulatory concern.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directly maps onto the three strategic recommendations in the written report. Rules engines remain the first line of defense — this pipeline sits on top and handles the cases rules miss. The key design choice is the feedback loop: every human reviewer decision becomes a training signal, so the system gets smarter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recommendations build on each other — you can't skip to recommendation 3 without 1 and 2 in place. That's intentional: it gives Cotiviti a clear phased roadmap rather than a single big-bang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files, each independently submittable as required. The Python file is the core data science logic — clustering and anomaly detection — with no external dependencies beyond the standard library. The HTML file adds the agentic AI layer on top. I'll screenshare the HTML demo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stage with the screenshare. Stage 1: click 'Run pipeline' and explain the scatter plot — each color is a specialty cluster. Stage 2: point out the flagged providers (red outline). Stage 3: click one and watch the agent reason through it in real time. Emphasize that the reasoning step-by-step output is what makes this explainable and audit-ready.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validation slide. I deliberately planted 4 anomalies representing real fraud and billing error patterns. The pipeline caught all 4, ranked them all in the top 4 out of 84 providers, and classified all as CRITICAL severity. That's the proof the detection logic works before the agent even gets involved.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the three differentiators: combination of techniques, direct Cotiviti business alignment, and production-ready design thinking. Then transition immediately to the live demo screenshare.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82880"/>
            <a:ext cx="164592" cy="16459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92440" y="320040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75320" y="164592"/>
            <a:ext cx="82296" cy="82296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COTIVITI INTERN ASSESSMENT  · 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Agentic AI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Payment Integrity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Multi-Stage Pipeline Combining Pattern Recognition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Agentic Reasoning for Clinical Claims Review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8229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Rishitha Chilukuri  ·  Topic 2: Clinical Decision Making and Pattern Recognition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to Cotiviti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$100B+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annually to healthcare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fraud, waste &amp; abuse (CMS)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01568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83280" y="2377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· Payment · Operations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Cotiviti operates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36208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9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≠ Enough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17920" y="2377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rules can only catch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were written to catch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Cotiviti's payment integrity, risk adjustment, and clinical analytics products all depend on identifying which claims are suspicious faster and more accurately than humans alone can manage.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DEFINITION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Decision Making &amp; Pattern Recognition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 of evaluating claims, diagnoses, and costs to decide the next action approve, flag, or escalate using AI rather than static rules.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to Treatment, Payment, and Operations (TPO) across health systems and payers.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4A90D9">
              <a:alpha val="15000"/>
            </a:srgbClr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444752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44475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providers into behavioral cohorts establishes what 'normal' looks like per specialty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450592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2450592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2523744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2523744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providers deviating from their baseline catches patterns rules cannot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529584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3529584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6C5CE7">
              <a:alpha val="15000"/>
            </a:srgbClr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3602736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3602736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step-by-step through each flag and produces an explainable recommendation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EEF4FF"/>
          </a:solidFill>
          <a:ln w="63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64515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differentiator: most solutions use one technique. This pipeline combines all three — making it more accurate and more explainable.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Trends Shaping the Space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429000"/>
          </a:xfrm>
          <a:prstGeom prst="roundRect">
            <a:avLst>
              <a:gd name="adj" fmla="val 3448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14884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for Behavioral Baselines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788920"/>
            <a:ext cx="24323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and DBSCAN group providers by cost, frequency, and procedure mix per specialty — learning what 'normal' looks like rather than relying on fixed thresholds.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51760" cy="3429000"/>
          </a:xfrm>
          <a:prstGeom prst="roundRect">
            <a:avLst>
              <a:gd name="adj" fmla="val 3448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0" y="1508760"/>
            <a:ext cx="502920" cy="5029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214884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 for FWA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7288" y="2788920"/>
            <a:ext cx="24323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forests and statistical control charts flag deviations from baseline. Time-series detection catches sudden billing spikes that single-point analysis misses (Bauder &amp; Khoshgoftaar, 2018).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51760" cy="3429000"/>
          </a:xfrm>
          <a:prstGeom prst="roundRect">
            <a:avLst>
              <a:gd name="adj" fmla="val 3448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55080" y="1508760"/>
            <a:ext cx="502920" cy="50292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27648" y="214884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for Multi-Step Reasoning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2788920"/>
            <a:ext cx="24323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 agents conduct autonomous, multi-step investigation — gathering context, validating coding, and producing an auditable recommendation. Solves the 'black box' problem (Singhal et al., 2023).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&amp; Threats for Cotiviti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0FBF6"/>
          </a:solidFill>
          <a:ln w="10160">
            <a:solidFill>
              <a:srgbClr val="1D9E7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  Opportunities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Higher-precision fraud, waste, and abuse detection beyond rules-based systems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builds client trust — audit-defensible reasoning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analyst throughput via automated pre-triage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 to risk adjustment and clinical analytics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DF4F4"/>
          </a:solidFill>
          <a:ln w="10160">
            <a:solidFill>
              <a:srgbClr val="C0392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Threats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create provider friction and appeals overhead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drift as billing patterns evolve — requires ongoing retraining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risk: AI influencing payments must have human-in-the-loop review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oc/diagram_assets/architecture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804672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decisions feed back into the system as a retraining signal, so baselines continuously adapt — not a static system.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 for Cotiviti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0352" cy="53035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0" y="170992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4A90D9">
              <a:alpha val="15000"/>
            </a:srgbClr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0" y="1709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46304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Clustering-Based Behavioral Baseline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84708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providers by specialty, procedure mix, and cost profile. Replace static thresholds with dynamic, data-driven baselines. Fastest layer to prototype directly augments existing rules engines.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816352"/>
            <a:ext cx="530352" cy="5303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8163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98080" y="289864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0" y="28986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Mid-term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80160" y="265176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Anomaly &amp; Time-Series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03580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statistically unusual claims or sudden billing shifts over time. Prioritize by severity. Time-series monitoring catches emerging patterns before they scale not retrospectively during an audit.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4005072"/>
            <a:ext cx="530352" cy="53035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005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0" y="408736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6C5CE7">
              <a:alpha val="15000"/>
            </a:srgbClr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0" y="4087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80160" y="384048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Layer for Explainable Triage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422452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orchestrates verification: compares claim to cluster, validates CPT/ICD consistency, reviews historical patterns, evaluates medical necessity, and outputs an auditable recommendation (approve / escalate / deny).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POC demonstrates the full three-stage pipeline on 84 synthetic healthcare provider profiles across 5 specialties, with 4 deliberately planted anomalies to validate detection accuracy.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Python implementation of clustering + anomaly detection. Runs independently, validates 4/4 planted anomalies caught.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96596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1A2744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cotiviti_poc_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anomaly_triage.html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8346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browser demo full three-stage pipeline with live agentic AI layer via Claude API. No install required.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1A2744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2103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8346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instructions and design rationale explaining each architectural decision.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4 / 4 planted anomalies correctly flagged  ·  All files independently submittable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Pipeline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88720" cy="1051560"/>
          </a:xfrm>
          <a:prstGeom prst="roundRect">
            <a:avLst>
              <a:gd name="adj" fmla="val 6957"/>
            </a:avLst>
          </a:prstGeom>
          <a:solidFill>
            <a:srgbClr val="4A90D9">
              <a:alpha val="12000"/>
            </a:srgbClr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Engine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48132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are grouped within their specialty using K-Means style centroid clustering, z-score normalized across cost, volume, and procedure mix. Each specialty gets its own baseline  a cardiologist's billing is never compared to a dermatologist's.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188720" cy="1051560"/>
          </a:xfrm>
          <a:prstGeom prst="roundRect">
            <a:avLst>
              <a:gd name="adj" fmla="val 6957"/>
            </a:avLst>
          </a:prstGeom>
          <a:solidFill>
            <a:srgbClr val="1D9E75">
              <a:alpha val="12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6334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67004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provider's Euclidean distance from its specialty centroid is computed. Per-specialty adaptive thresholds (90th percentile) flag outliers. Severity (CRITICAL / HIGH / MEDIUM) and feature contributions (which metric drove the flag) are surfaced for each case.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1188720" cy="1051560"/>
          </a:xfrm>
          <a:prstGeom prst="roundRect">
            <a:avLst>
              <a:gd name="adj" fmla="val 6957"/>
            </a:avLst>
          </a:prstGeom>
          <a:solidFill>
            <a:srgbClr val="6C5CE7">
              <a:alpha val="12000"/>
            </a:srgbClr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8221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4206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385876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(Claude Sonnet 4.6) receives each flagged provider's stats, peer baseline, severity, and top feature contributors. It reasons through three verification steps, then outputs: approve, escalate, or deny with a plain-language explanation for audit.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Validation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PRV-9001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73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Upcoding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2024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Medicine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0" y="1572768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0" y="1572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0" y="15727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5.59σ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PRV-9003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660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cost outlier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202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31920" y="2459736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31920" y="24597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0" y="2459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4.75σ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45536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218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PRV-9004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547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count outlier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920240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Cardiology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931920" y="3346704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E8920A">
              <a:alpha val="15000"/>
            </a:srgbClr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31920" y="33467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9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0" y="3346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4.37σ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032504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41056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PRV-9002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434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 billing volume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20240" y="4105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Therapy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31920" y="423367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E8920A">
              <a:alpha val="15000"/>
            </a:srgbClr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31920" y="42336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9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0" y="42336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3.87σ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52160" y="1371600"/>
            <a:ext cx="2834640" cy="3520440"/>
          </a:xfrm>
          <a:prstGeom prst="roundRect">
            <a:avLst>
              <a:gd name="adj" fmla="val 3226"/>
            </a:avLst>
          </a:prstGeom>
          <a:solidFill>
            <a:srgbClr val="F0FBF6"/>
          </a:solidFill>
          <a:ln w="12700">
            <a:solidFill>
              <a:srgbClr val="1D9E7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0" y="19202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6000" dirty="0"/>
          </a:p>
        </p:txBody>
      </p:sp>
      <p:sp>
        <p:nvSpPr>
          <p:cNvPr id="35" name="Text 33"/>
          <p:cNvSpPr/>
          <p:nvPr/>
        </p:nvSpPr>
        <p:spPr>
          <a:xfrm>
            <a:off x="5943600" y="2834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Planted anomalies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correctly flagged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43600" y="3520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CRITICAL severity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ranked in top 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84 providers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82880"/>
            <a:ext cx="164592" cy="16459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92440" y="320040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75320" y="164592"/>
            <a:ext cx="82296" cy="82296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  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1508760"/>
            <a:ext cx="0" cy="502920"/>
          </a:xfrm>
          <a:prstGeom prst="line">
            <a:avLst/>
          </a:prstGeom>
          <a:noFill/>
          <a:ln w="9525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40280" y="14173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techniques together (clustering → anomaly detection → agentic AI) are more accurate and explainable than any single approach alone.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Cotiviti-aligned 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2331720"/>
            <a:ext cx="0" cy="502920"/>
          </a:xfrm>
          <a:prstGeom prst="line">
            <a:avLst/>
          </a:prstGeom>
          <a:noFill/>
          <a:ln w="9525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40280" y="22402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design decision maps to Cotiviti's core business: payment integrity, risk adjustment, and audit defensibility.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thinking  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03120" y="3154680"/>
            <a:ext cx="0" cy="502920"/>
          </a:xfrm>
          <a:prstGeom prst="line">
            <a:avLst/>
          </a:prstGeom>
          <a:noFill/>
          <a:ln w="9525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40280" y="30632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thresholds, feature attribution, severity stratification, confidence scoring, and a feedback loop for continuous improvement.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8862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 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03120" y="3977640"/>
            <a:ext cx="0" cy="502920"/>
          </a:xfrm>
          <a:prstGeom prst="line">
            <a:avLst/>
          </a:prstGeom>
          <a:noFill/>
          <a:ln w="9525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40280" y="38862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AI layer produces step-by-step reasoning for every flag turning a statistical anomaly score into an audit-ready case summary.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828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Rishitha Chilukuri  ·  Cotiviti Intern Assessment 2026  ·  rishitha0126@gmail.com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1551</Words>
  <Application>Microsoft Office PowerPoint</Application>
  <PresentationFormat>On-screen Show (16:9)</PresentationFormat>
  <Paragraphs>152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Agentic AI for Payment Integrity</dc:title>
  <dc:subject>PptxGenJS Presentation</dc:subject>
  <dc:creator>Rishitha Chilukuri</dc:creator>
  <cp:lastModifiedBy>Rishitha Chilukuri</cp:lastModifiedBy>
  <cp:revision>2</cp:revision>
  <dcterms:created xsi:type="dcterms:W3CDTF">2026-07-01T16:08:01Z</dcterms:created>
  <dcterms:modified xsi:type="dcterms:W3CDTF">2026-07-01T16:13:20Z</dcterms:modified>
</cp:coreProperties>
</file>